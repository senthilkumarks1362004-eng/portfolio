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0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senthilkumar1362008@gmail.com" TargetMode="External"/><Relationship Id="rId3" Type="http://schemas.openxmlformats.org/officeDocument/2006/relationships/hyperlink" Target="https://www.linkedin.com/in/senthil-kumar-ks" TargetMode="External"/><Relationship Id="rId4" Type="http://schemas.openxmlformats.org/officeDocument/2006/relationships/hyperlink" Target="https://github.com/senthilkumarks1362004-e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6492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82838"/>
                </a:solidFill>
                <a:latin typeface="Aptos"/>
              </a:rPr>
              <a:t>SENTHILKUMAR 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6492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Aptos"/>
              </a:rPr>
              <a:t>ASPIRING CLOUD &amp; DEVOPS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6492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4B5055"/>
                </a:solidFill>
                <a:latin typeface="Aptos"/>
              </a:rPr>
              <a:t>+91 9655555275  |  </a:t>
            </a:r>
            <a:r>
              <a:rPr sz="800">
                <a:solidFill>
                  <a:srgbClr val="4B5055"/>
                </a:solidFill>
                <a:latin typeface="Aptos"/>
                <a:hlinkClick r:id="rId2"/>
              </a:rPr>
              <a:t>senthilkumar1362008@gmail.com</a:t>
            </a:r>
            <a:r>
              <a:rPr sz="800">
                <a:solidFill>
                  <a:srgbClr val="4B5055"/>
                </a:solidFill>
                <a:latin typeface="Aptos"/>
              </a:rPr>
              <a:t>  |  LinkedIn: </a:t>
            </a:r>
            <a:r>
              <a:rPr sz="800">
                <a:solidFill>
                  <a:srgbClr val="4B5055"/>
                </a:solidFill>
                <a:latin typeface="Aptos"/>
                <a:hlinkClick r:id="rId3"/>
              </a:rPr>
              <a:t>Senthilkumar</a:t>
            </a:r>
            <a:r>
              <a:rPr sz="800">
                <a:solidFill>
                  <a:srgbClr val="4B5055"/>
                </a:solidFill>
                <a:latin typeface="Aptos"/>
              </a:rPr>
              <a:t>  |  GitHub: </a:t>
            </a:r>
            <a:r>
              <a:rPr sz="800">
                <a:solidFill>
                  <a:srgbClr val="4B5055"/>
                </a:solidFill>
                <a:latin typeface="Aptos"/>
                <a:hlinkClick r:id="rId4"/>
              </a:rPr>
              <a:t>senthilkumarks1362004-eng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81328"/>
            <a:ext cx="6492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69" b="1">
                <a:solidFill>
                  <a:srgbClr val="1F4E79"/>
                </a:solidFill>
                <a:latin typeface="Aptos"/>
              </a:rPr>
              <a:t>PROFESSIONAL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755648"/>
            <a:ext cx="6492240" cy="10972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819656"/>
            <a:ext cx="7018268" cy="618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5" b="0" dirty="0">
                <a:solidFill>
                  <a:srgbClr val="282D32"/>
                </a:solidFill>
                <a:latin typeface="Aptos"/>
              </a:rPr>
              <a:t>Electronics and Communication Engineering graduate with a strong foundation in AWS, Microsoft Azure, DevOps, Terraform, Linux, and Python. </a:t>
            </a:r>
            <a:endParaRPr lang="en-IN" sz="855" b="0" dirty="0">
              <a:solidFill>
                <a:srgbClr val="282D32"/>
              </a:solidFill>
              <a:latin typeface="Aptos"/>
            </a:endParaRPr>
          </a:p>
          <a:p>
            <a:pPr algn="l"/>
            <a:r>
              <a:rPr sz="855" b="0" dirty="0">
                <a:solidFill>
                  <a:srgbClr val="282D32"/>
                </a:solidFill>
                <a:latin typeface="Aptos"/>
              </a:rPr>
              <a:t>Hands-on exposure to cloud infrastructure, Infrastructure as Code (Ia</a:t>
            </a:r>
            <a:r>
              <a:rPr lang="en-IN" sz="855" b="0" dirty="0">
                <a:solidFill>
                  <a:srgbClr val="282D32"/>
                </a:solidFill>
                <a:latin typeface="Aptos"/>
              </a:rPr>
              <a:t> </a:t>
            </a:r>
            <a:r>
              <a:rPr sz="855" b="0" dirty="0">
                <a:solidFill>
                  <a:srgbClr val="282D32"/>
                </a:solidFill>
                <a:latin typeface="Aptos"/>
              </a:rPr>
              <a:t>C), CI/CD fundamentals, and automation, along with academic experience</a:t>
            </a:r>
            <a:endParaRPr lang="en-IN" sz="855" b="0" dirty="0">
              <a:solidFill>
                <a:srgbClr val="282D32"/>
              </a:solidFill>
              <a:latin typeface="Aptos"/>
            </a:endParaRPr>
          </a:p>
          <a:p>
            <a:pPr algn="l"/>
            <a:r>
              <a:rPr sz="855" b="0" dirty="0">
                <a:solidFill>
                  <a:srgbClr val="282D32"/>
                </a:solidFill>
                <a:latin typeface="Aptos"/>
              </a:rPr>
              <a:t> in IoT-based projects. A quick learner with strong problem-solving, communication, and teamwork skills, seeking an entry-level Cloud or DevOps </a:t>
            </a:r>
            <a:endParaRPr lang="en-IN" sz="855" b="0" dirty="0">
              <a:solidFill>
                <a:srgbClr val="282D32"/>
              </a:solidFill>
              <a:latin typeface="Aptos"/>
            </a:endParaRPr>
          </a:p>
          <a:p>
            <a:pPr algn="l"/>
            <a:r>
              <a:rPr sz="855" b="0" dirty="0">
                <a:solidFill>
                  <a:srgbClr val="282D32"/>
                </a:solidFill>
                <a:latin typeface="Aptos"/>
              </a:rPr>
              <a:t>Engineer role to apply technical knowledge and develop practical industry expertise.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7278624"/>
            <a:ext cx="6492240" cy="10972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7351776"/>
            <a:ext cx="6492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69" b="1">
                <a:solidFill>
                  <a:srgbClr val="1F4E79"/>
                </a:solidFill>
                <a:latin typeface="Aptos"/>
              </a:rPr>
              <a:t>IoT-Based Transformer Health Monitoring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7598664"/>
            <a:ext cx="6492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95" b="0">
                <a:solidFill>
                  <a:srgbClr val="282D32"/>
                </a:solidFill>
                <a:latin typeface="Aptos"/>
              </a:rPr>
              <a:t>Developed an IoT-focused academic project for transformer health monitoring and condition awareness.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7900416"/>
            <a:ext cx="6492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41464B"/>
                </a:solidFill>
                <a:latin typeface="Aptos"/>
              </a:rPr>
              <a:t>Tools / Technologies: </a:t>
            </a:r>
            <a:r>
              <a:rPr sz="770">
                <a:solidFill>
                  <a:srgbClr val="41464B"/>
                </a:solidFill>
                <a:latin typeface="Aptos"/>
              </a:rPr>
              <a:t>ESP32, Sensors, Arduino IDE, Python, MQTT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8156448"/>
            <a:ext cx="6492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69" b="1">
                <a:solidFill>
                  <a:srgbClr val="1F4E79"/>
                </a:solidFill>
                <a:latin typeface="Aptos"/>
              </a:rPr>
              <a:t>Solar Power Optimization Research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8403336"/>
            <a:ext cx="6492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95" b="0">
                <a:solidFill>
                  <a:srgbClr val="282D32"/>
                </a:solidFill>
                <a:latin typeface="Aptos"/>
              </a:rPr>
              <a:t>Conducted independent research on techniques for improving solar power utilization and optimization.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8705088"/>
            <a:ext cx="6492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41464B"/>
                </a:solidFill>
                <a:latin typeface="Aptos"/>
              </a:rPr>
              <a:t>Tools / Technologies: </a:t>
            </a:r>
            <a:r>
              <a:rPr sz="770">
                <a:solidFill>
                  <a:srgbClr val="41464B"/>
                </a:solidFill>
                <a:latin typeface="Aptos"/>
              </a:rPr>
              <a:t>Python, Data Analysis, Solar PV concepts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8961120"/>
            <a:ext cx="6492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69" b="1">
                <a:solidFill>
                  <a:srgbClr val="1F4E79"/>
                </a:solidFill>
                <a:latin typeface="Aptos"/>
              </a:rPr>
              <a:t>Employee Well-Being Research Paper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9208008"/>
            <a:ext cx="6492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95" b="0">
                <a:solidFill>
                  <a:srgbClr val="282D32"/>
                </a:solidFill>
                <a:latin typeface="Aptos"/>
              </a:rPr>
              <a:t>Presented a research paper on employee well-being at college.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9509760"/>
            <a:ext cx="6492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41464B"/>
                </a:solidFill>
                <a:latin typeface="Aptos"/>
              </a:rPr>
              <a:t>Tools / Technologies: </a:t>
            </a:r>
            <a:r>
              <a:rPr sz="770">
                <a:solidFill>
                  <a:srgbClr val="41464B"/>
                </a:solidFill>
                <a:latin typeface="Aptos"/>
              </a:rPr>
              <a:t>Research, Literature Review, MS Word / Presentation Tools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9966960"/>
            <a:ext cx="6492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69" b="1">
                <a:solidFill>
                  <a:srgbClr val="1F4E79"/>
                </a:solidFill>
                <a:latin typeface="Aptos"/>
              </a:rPr>
              <a:t>INDUSTRIAL TRAINING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" y="10241280"/>
            <a:ext cx="6492240" cy="10972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" y="10305288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82D32"/>
                </a:solidFill>
                <a:latin typeface="Aptos"/>
              </a:rPr>
              <a:t>Industrial Trainee — Deccan Industries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10305288"/>
            <a:ext cx="3246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82D32"/>
                </a:solidFill>
                <a:latin typeface="Aptos"/>
              </a:rPr>
              <a:t>Industrial Trainee — Roots Industries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" y="10643616"/>
            <a:ext cx="6492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0352" y="10698480"/>
            <a:ext cx="6492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" b="0">
                <a:solidFill>
                  <a:srgbClr val="282D32"/>
                </a:solidFill>
                <a:latin typeface="Aptos"/>
              </a:rPr>
              <a:t>Achievements: Boxing — State Level  •  Athletics — Divisional Level  •  Handball — South Zone Level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10917936"/>
            <a:ext cx="6492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" b="0">
                <a:solidFill>
                  <a:srgbClr val="282D32"/>
                </a:solidFill>
                <a:latin typeface="Aptos"/>
              </a:rPr>
              <a:t>HTML Certification  •  Languages: Tamil, English, Japanese (Level 1)  •  Interests: Cars, Driving, Outdoor Games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2743200"/>
            <a:ext cx="6492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69" b="1">
                <a:solidFill>
                  <a:srgbClr val="1F4E79"/>
                </a:solidFill>
                <a:latin typeface="Aptos"/>
              </a:rPr>
              <a:t>EDUCATION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017520"/>
            <a:ext cx="6492240" cy="10972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3090672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90" b="1">
                <a:solidFill>
                  <a:srgbClr val="282D32"/>
                </a:solidFill>
                <a:latin typeface="Aptos"/>
              </a:rPr>
              <a:t>B.E. Electronics and Communication Engineering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3090672"/>
            <a:ext cx="17190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10" b="0">
                <a:solidFill>
                  <a:srgbClr val="5A5A5A"/>
                </a:solidFill>
                <a:latin typeface="Aptos"/>
              </a:rPr>
              <a:t>2022–2026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3355848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40" b="0">
                <a:solidFill>
                  <a:srgbClr val="282D32"/>
                </a:solidFill>
                <a:latin typeface="Aptos"/>
              </a:rPr>
              <a:t>Kumaraguru College of Technology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0" y="3355848"/>
            <a:ext cx="17190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10" b="0">
                <a:solidFill>
                  <a:srgbClr val="5A5A5A"/>
                </a:solidFill>
                <a:latin typeface="Aptos"/>
              </a:rPr>
              <a:t>CGPA: 7.12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3639312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60" b="1">
                <a:solidFill>
                  <a:srgbClr val="282D32"/>
                </a:solidFill>
                <a:latin typeface="Aptos"/>
              </a:rPr>
              <a:t>HSE — Vivekananda Matric Hr. Sec. School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0" y="3639312"/>
            <a:ext cx="17190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10" b="0">
                <a:solidFill>
                  <a:srgbClr val="5A5A5A"/>
                </a:solidFill>
                <a:latin typeface="Aptos"/>
              </a:rPr>
              <a:t>86.6%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" y="3904487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60" b="1">
                <a:solidFill>
                  <a:srgbClr val="282D32"/>
                </a:solidFill>
                <a:latin typeface="Aptos"/>
              </a:rPr>
              <a:t>SSLC — Vivekananda Matric Hr. Sec. School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0" y="3904487"/>
            <a:ext cx="17190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10" b="0">
                <a:solidFill>
                  <a:srgbClr val="5A5A5A"/>
                </a:solidFill>
                <a:latin typeface="Aptos"/>
              </a:rPr>
              <a:t>87.4%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4315968"/>
            <a:ext cx="6492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69" b="1">
                <a:solidFill>
                  <a:srgbClr val="1F4E79"/>
                </a:solidFill>
                <a:latin typeface="Aptos"/>
              </a:rPr>
              <a:t>TECHNICAL SKILLS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0352" y="4590288"/>
            <a:ext cx="6492240" cy="10972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" y="4663440"/>
            <a:ext cx="1627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3E46"/>
                </a:solidFill>
                <a:latin typeface="Aptos"/>
              </a:rPr>
              <a:t>Cloud Platforms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4663440"/>
            <a:ext cx="4828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82D32"/>
                </a:solidFill>
                <a:latin typeface="Aptos"/>
              </a:rPr>
              <a:t>AWS, Microsoft Azure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" y="4983479"/>
            <a:ext cx="1627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3E46"/>
                </a:solidFill>
                <a:latin typeface="Aptos"/>
              </a:rPr>
              <a:t>DevOps &amp; Automation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94560" y="4983479"/>
            <a:ext cx="4828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82D32"/>
                </a:solidFill>
                <a:latin typeface="Aptos"/>
              </a:rPr>
              <a:t>DevOps, CI/CD Fundamentals, Infrastructure Automation, Git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" y="5303519"/>
            <a:ext cx="1627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3E46"/>
                </a:solidFill>
                <a:latin typeface="Aptos"/>
              </a:rPr>
              <a:t>Infrastructure as Code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94560" y="5303519"/>
            <a:ext cx="4828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82D32"/>
                </a:solidFill>
                <a:latin typeface="Aptos"/>
              </a:rPr>
              <a:t>Terraform, Terraform Modules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352" y="5623559"/>
            <a:ext cx="1627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3E46"/>
                </a:solidFill>
                <a:latin typeface="Aptos"/>
              </a:rPr>
              <a:t>AWS Services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94560" y="5623559"/>
            <a:ext cx="4828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82D32"/>
                </a:solidFill>
                <a:latin typeface="Aptos"/>
              </a:rPr>
              <a:t>EC2, S3, DynamoDB, IAM, AWS STS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" y="5943599"/>
            <a:ext cx="1627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3E46"/>
                </a:solidFill>
                <a:latin typeface="Aptos"/>
              </a:rPr>
              <a:t>Operating Systems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94560" y="5943599"/>
            <a:ext cx="4828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82D32"/>
                </a:solidFill>
                <a:latin typeface="Aptos"/>
              </a:rPr>
              <a:t>Windows, Linux, Ubuntu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" y="6263639"/>
            <a:ext cx="1627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3E46"/>
                </a:solidFill>
                <a:latin typeface="Aptos"/>
              </a:rPr>
              <a:t>Programming &amp; Scripting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94560" y="6263639"/>
            <a:ext cx="4828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82D32"/>
                </a:solidFill>
                <a:latin typeface="Aptos"/>
              </a:rPr>
              <a:t>Python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0352" y="6583679"/>
            <a:ext cx="1627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3E46"/>
                </a:solidFill>
                <a:latin typeface="Aptos"/>
              </a:rPr>
              <a:t>Tools &amp; Platforms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94560" y="6583679"/>
            <a:ext cx="4828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82D32"/>
                </a:solidFill>
                <a:latin typeface="Aptos"/>
              </a:rPr>
              <a:t>Terraform Cloud, 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349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SenthilKumar KS</cp:lastModifiedBy>
  <cp:revision>2</cp:revision>
  <dcterms:created xsi:type="dcterms:W3CDTF">2013-01-27T09:14:16Z</dcterms:created>
  <dcterms:modified xsi:type="dcterms:W3CDTF">2026-08-29T09:05:48Z</dcterms:modified>
  <cp:category/>
</cp:coreProperties>
</file>